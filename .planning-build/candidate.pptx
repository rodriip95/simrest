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3b0ca29d94611" /><Relationship Type="http://schemas.openxmlformats.org/officeDocument/2006/relationships/extended-properties" Target="/docProps/app.xml" Id="R0ba0c70a661a4e3c" /><Relationship Type="http://schemas.openxmlformats.org/officeDocument/2006/relationships/officeDocument" Target="/ppt/presentation.xml" Id="R00fbc46c19f2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afccc0f5484951"/>
  </p:sldMasterIdLst>
  <p:notesMasterIdLst>
    <p:notesMasterId xmlns:r="http://schemas.openxmlformats.org/officeDocument/2006/relationships" r:id="R3ed02c4a49714e78"/>
  </p:notesMasterIdLst>
  <p:sldIdLst>
    <p:sldId xmlns:r="http://schemas.openxmlformats.org/officeDocument/2006/relationships" id="256" r:id="R549d6e99a9cb4d35"/>
    <p:sldId xmlns:r="http://schemas.openxmlformats.org/officeDocument/2006/relationships" id="257" r:id="R9d8cd1fd19e64f83"/>
    <p:sldId xmlns:r="http://schemas.openxmlformats.org/officeDocument/2006/relationships" id="258" r:id="R8f4bd7b6db264cda"/>
    <p:sldId xmlns:r="http://schemas.openxmlformats.org/officeDocument/2006/relationships" id="259" r:id="Rf894c830e35642f3"/>
    <p:sldId xmlns:r="http://schemas.openxmlformats.org/officeDocument/2006/relationships" id="260" r:id="R78308c34d68a4b25"/>
    <p:sldId xmlns:r="http://schemas.openxmlformats.org/officeDocument/2006/relationships" id="261" r:id="R581e8929a151488c"/>
    <p:sldId xmlns:r="http://schemas.openxmlformats.org/officeDocument/2006/relationships" id="262" r:id="Rdc3dddf995ec415e"/>
    <p:sldId xmlns:r="http://schemas.openxmlformats.org/officeDocument/2006/relationships" id="263" r:id="Rac0358023ccc4fc4"/>
    <p:sldId xmlns:r="http://schemas.openxmlformats.org/officeDocument/2006/relationships" id="264" r:id="Rf49b4f61af744d07"/>
    <p:sldId xmlns:r="http://schemas.openxmlformats.org/officeDocument/2006/relationships" id="265" r:id="Rf4e4df68cce049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3dd5e5dc2481a" /><Relationship Type="http://schemas.openxmlformats.org/officeDocument/2006/relationships/slideMaster" Target="/ppt/slideMasters/slideMaster1.xml" Id="R38afccc0f5484951" /><Relationship Type="http://schemas.openxmlformats.org/officeDocument/2006/relationships/notesMaster" Target="/ppt/notesMasters/notesMaster1.xml" Id="R3ed02c4a49714e78" /><Relationship Type="http://schemas.openxmlformats.org/officeDocument/2006/relationships/presProps" Target="/ppt/presProps.xml" Id="R3eee67517daa4800" /><Relationship Type="http://schemas.openxmlformats.org/officeDocument/2006/relationships/tableStyles" Target="/ppt/tableStyles.xml" Id="R624ff153541f4152" /><Relationship Type="http://schemas.openxmlformats.org/officeDocument/2006/relationships/slide" Target="/ppt/slides/slide1.xml" Id="R549d6e99a9cb4d35" /><Relationship Type="http://schemas.openxmlformats.org/officeDocument/2006/relationships/slide" Target="/ppt/slides/slide2.xml" Id="R9d8cd1fd19e64f83" /><Relationship Type="http://schemas.openxmlformats.org/officeDocument/2006/relationships/slide" Target="/ppt/slides/slide3.xml" Id="R8f4bd7b6db264cda" /><Relationship Type="http://schemas.openxmlformats.org/officeDocument/2006/relationships/slide" Target="/ppt/slides/slide4.xml" Id="Rf894c830e35642f3" /><Relationship Type="http://schemas.openxmlformats.org/officeDocument/2006/relationships/slide" Target="/ppt/slides/slide5.xml" Id="R78308c34d68a4b25" /><Relationship Type="http://schemas.openxmlformats.org/officeDocument/2006/relationships/slide" Target="/ppt/slides/slide6.xml" Id="R581e8929a151488c" /><Relationship Type="http://schemas.openxmlformats.org/officeDocument/2006/relationships/slide" Target="/ppt/slides/slide7.xml" Id="Rdc3dddf995ec415e" /><Relationship Type="http://schemas.openxmlformats.org/officeDocument/2006/relationships/slide" Target="/ppt/slides/slide8.xml" Id="Rac0358023ccc4fc4" /><Relationship Type="http://schemas.openxmlformats.org/officeDocument/2006/relationships/slide" Target="/ppt/slides/slide9.xml" Id="Rf49b4f61af744d07" /><Relationship Type="http://schemas.openxmlformats.org/officeDocument/2006/relationships/slide" Target="/ppt/slides/slide10.xml" Id="Rf4e4df68cce049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71c2308434c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53600479f4c3c" /><Relationship Type="http://schemas.openxmlformats.org/officeDocument/2006/relationships/notesMaster" Target="/ppt/notesMasters/notesMaster1.xml" Id="Ra5e0361a8f5b4d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4a25860f2a459f" /><Relationship Type="http://schemas.openxmlformats.org/officeDocument/2006/relationships/notesMaster" Target="/ppt/notesMasters/notesMaster1.xml" Id="R712abeb41bf9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53e1621d8d4ff3" /><Relationship Type="http://schemas.openxmlformats.org/officeDocument/2006/relationships/notesMaster" Target="/ppt/notesMasters/notesMaster1.xml" Id="R601be8a329544f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90630825a44373" /><Relationship Type="http://schemas.openxmlformats.org/officeDocument/2006/relationships/notesMaster" Target="/ppt/notesMasters/notesMaster1.xml" Id="Rc62c262fa3b24d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b24a4998894ed6" /><Relationship Type="http://schemas.openxmlformats.org/officeDocument/2006/relationships/notesMaster" Target="/ppt/notesMasters/notesMaster1.xml" Id="R7d453f36307a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9b845d6f5f4cf2" /><Relationship Type="http://schemas.openxmlformats.org/officeDocument/2006/relationships/notesMaster" Target="/ppt/notesMasters/notesMaster1.xml" Id="R375d0a3aa0e444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ac9a4cb1df4886" /><Relationship Type="http://schemas.openxmlformats.org/officeDocument/2006/relationships/notesMaster" Target="/ppt/notesMasters/notesMaster1.xml" Id="R06c024dc5d3e48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5b9cb5108c45bc" /><Relationship Type="http://schemas.openxmlformats.org/officeDocument/2006/relationships/notesMaster" Target="/ppt/notesMasters/notesMaster1.xml" Id="Rab8211f7ba4b4c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20a643def74cd8" /><Relationship Type="http://schemas.openxmlformats.org/officeDocument/2006/relationships/notesMaster" Target="/ppt/notesMasters/notesMaster1.xml" Id="R8b7381211cd344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b76277f60745de" /><Relationship Type="http://schemas.openxmlformats.org/officeDocument/2006/relationships/notesMaster" Target="/ppt/notesMasters/notesMaster1.xml" Id="R482cf374f187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basada en el pedido del usuario y SPEC.md v2. El código actual permite construir, seleccionar y eliminar mesas. Este deck presenta funcionalidades futuras, sin backend ni autenticación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§§2–4, 8. Construir/reiniciar requiere confirmación si hay datos. Admin puede editar capacidad de 1 a 8 solo en mesa libre. Las acciones de asistencia conservan actor separado del responsable asignado.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§§2, 4, 7–8. Reasignar una mesa ocupada exige confirmación y resolver borrador. No puede reconstruir/resetear la demo. La última atención es simulada y se rotula como tal.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§§2, 5–6. Puede finalizar visita sin pedidos pendientes de entrega y consultar métricas propias. No asigna mesas ni mueve mobiliario. Mesa ajena solo expone identificación y estado.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§3 / P03. Solo admin/supervisor y mesas sin visita activa. Cubo 1 m, margen al borde 0,5 m; separación entre centros &gt;=2 en al menos un eje. Inputs X/Z como alternativa accesible. Deshabilitar cámara solo durante gesto; Escape/pointercancel revierten. Cámara e IDs se conservan.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§§5–6. Propuesta de capacidad inicial 4 editable entre 1 y 8. Voz solo propone y requiere revisión. Sin soporte/permiso queda teclado. Los pedidos confirmados son inmutables e idempotentes. Cerrar visita no registra un pago. Nuevas visitas conservan asignación.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§§4, 7 / P08. Radio esfera propuesto 0,12 m, cubo 0,28 m; mesa 1 m. Offsets deterministas de 1–8 clientes. Un mozo con varias mesas sigue teniendo un avatar. Espera si no atiende; al cambiar a Supervisor conservar snapshot rotulado. Sin física, modelos externos ni caminata.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§8 / P10. Consumo no equivale a ingresos/cobros. Ocupación=activas/existentes; por mozo=ocupadas asignadas/asignadas. Espera promedio solo de visitas con primer pedido. Denominador cero o muestra vacía: Sin datos. Atribución de pedidos al responsable al confirmar; ocupación/clientes al actual. Reset/recarga reinicia.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TASKS.md contiene historias, subtareas, dependencias y aceptación. Orden sugerido P01 P02 P03 P04 P05 P07 P06 P08 P09 P10 P11. P12 plataforma futura diferida. Issues locales, no publicados. B01/B02 implementados con validación visual pendiente.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§§1, 10–11. Recargar restablece mocks. No colaboración entre dispositivos ni tracking real. Probar demo 25 mesas y máximo 200/1600 clientes antes de afirmar rendimiento. Plan y presentación no constituyen implementación.</a:t>
            </a:r>
          </a:p>
          <a:p xmlns:a="http://schemas.openxmlformats.org/drawingml/2006/main">
            <a:r>
              <a:t>Fuente: SPEC.md v2 y TASKS.md, 13 de octubre de 2026. Alcance planificado, salvo estado actual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f53df80854c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8a92d1e8d41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1bf30241246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6f82ed87948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40905afcf4a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8b46b22784a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45881F-D134-4982-B0F1-0DDC257F4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8FD7A1-C918-4A59-AC49-05CBF80A1A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E3881B-A5C4-499D-B974-F398F5C8E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76A3EE-69A7-46C9-9301-48E0D6159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D90E44-2318-486F-B978-BF8B3199A3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0A0B1E-2D3C-4092-BF71-2BB33855F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9F6F69-B156-44BF-AB8F-ACE3D2557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FF0B80-1863-4432-A6B8-F9DE2081EA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F14DD8-3956-489C-8E77-1B78BB4BA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B1A927-8ED3-4ECF-AD16-074017D36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fbb7fba4b4a37" /><Relationship Type="http://schemas.openxmlformats.org/officeDocument/2006/relationships/slideLayout" Target="/ppt/slideLayouts/slideLayout1.xml" Id="R532c3ef1f4b442ef" /><Relationship Type="http://schemas.openxmlformats.org/officeDocument/2006/relationships/slideLayout" Target="/ppt/slideLayouts/slideLayout2.xml" Id="Re05e6f11e0b14303" /><Relationship Type="http://schemas.openxmlformats.org/officeDocument/2006/relationships/slideLayout" Target="/ppt/slideLayouts/slideLayout3.xml" Id="Rbac0818d31eb41e4" /><Relationship Type="http://schemas.openxmlformats.org/officeDocument/2006/relationships/slideLayout" Target="/ppt/slideLayouts/slideLayout4.xml" Id="R25f8d44b08534c74" /><Relationship Type="http://schemas.openxmlformats.org/officeDocument/2006/relationships/slideLayout" Target="/ppt/slideLayouts/slideLayout5.xml" Id="Rda9aa6fc167d4410" /><Relationship Type="http://schemas.openxmlformats.org/officeDocument/2006/relationships/slideLayout" Target="/ppt/slideLayouts/slideLayout6.xml" Id="R24aba06113b8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2c3ef1f4b442ef"/>
    <p:sldLayoutId xmlns:r="http://schemas.openxmlformats.org/officeDocument/2006/relationships" id="2147483650" r:id="Re05e6f11e0b14303"/>
    <p:sldLayoutId xmlns:r="http://schemas.openxmlformats.org/officeDocument/2006/relationships" id="2147483651" r:id="Rbac0818d31eb41e4"/>
    <p:sldLayoutId xmlns:r="http://schemas.openxmlformats.org/officeDocument/2006/relationships" id="2147483652" r:id="R25f8d44b08534c74"/>
    <p:sldLayoutId xmlns:r="http://schemas.openxmlformats.org/officeDocument/2006/relationships" id="2147483653" r:id="Rda9aa6fc167d4410"/>
    <p:sldLayoutId xmlns:r="http://schemas.openxmlformats.org/officeDocument/2006/relationships" id="2147483654" r:id="R24aba06113b8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942c29d8d4377" /><Relationship Type="http://schemas.openxmlformats.org/officeDocument/2006/relationships/notesSlide" Target="/ppt/notesSlides/notesSlide1.xml" Id="Rc58042da2226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80a22f1d643b5" /><Relationship Type="http://schemas.openxmlformats.org/officeDocument/2006/relationships/notesSlide" Target="/ppt/notesSlides/notesSlide2.xml" Id="R02b896e1eb1845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33fb62a5943cd" /><Relationship Type="http://schemas.openxmlformats.org/officeDocument/2006/relationships/notesSlide" Target="/ppt/notesSlides/notesSlide3.xml" Id="Re98d9146f0df43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f87f499ca4d03" /><Relationship Type="http://schemas.openxmlformats.org/officeDocument/2006/relationships/notesSlide" Target="/ppt/notesSlides/notesSlide4.xml" Id="R6ed109b99b144e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cd68a94db4e63" /><Relationship Type="http://schemas.openxmlformats.org/officeDocument/2006/relationships/notesSlide" Target="/ppt/notesSlides/notesSlide5.xml" Id="Rd50a86bfa01f42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1356e4d364e30" /><Relationship Type="http://schemas.openxmlformats.org/officeDocument/2006/relationships/notesSlide" Target="/ppt/notesSlides/notesSlide6.xml" Id="R9600803d4a0c46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fdbc4db754303" /><Relationship Type="http://schemas.openxmlformats.org/officeDocument/2006/relationships/notesSlide" Target="/ppt/notesSlides/notesSlide7.xml" Id="Rf21eddf5ff3f40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f79b1bafe4a8e" /><Relationship Type="http://schemas.openxmlformats.org/officeDocument/2006/relationships/notesSlide" Target="/ppt/notesSlides/notesSlide8.xml" Id="Rc15bb164a20f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8a74da65c4e22" /><Relationship Type="http://schemas.openxmlformats.org/officeDocument/2006/relationships/notesSlide" Target="/ppt/notesSlides/notesSlide9.xml" Id="R4ba29bef692048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7007fc07a427e" /><Relationship Type="http://schemas.openxmlformats.org/officeDocument/2006/relationships/notesSlide" Target="/ppt/notesSlides/notesSlide10.xml" Id="R65d2315da66442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F261A9-EAFD-4502-BBCB-88C44911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Restaurant Sim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2F268D-2CE7-4526-AE94-630507F2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B9D7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B9D7C5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B9D7C5"/>
                </a:solidFill>
                <a:latin typeface="Arial"/>
                <a:ea typeface="Arial"/>
                <a:cs typeface="Arial"/>
              </a:rPr>
              <a:t>Roles y operación del salón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16E19632-AC77-47BB-BE5D-2107FB5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Plan de demo local</a:t>
            </a:r>
          </a:p>
          <a:p xmlns:a="http://schemas.openxmlformats.org/drawingml/2006/main">
            <a:pPr>
              <a:defRPr sz="1950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13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900412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B6FF41A-B201-4FDF-A04E-E124A4E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4628A8D3-FB81-4390-A9B2-A877B533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8EEAC8E-DDAB-4C6E-A9A2-12F7BB8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Construye el salón y ajusta mesas libres.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BCEE9F8C-4CFC-4639-A0C5-95790E9B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Responsables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9A961D9-3A6B-4EC7-92CF-C6C32CE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Asigna mesas y puede asistir cualquier mesa asignada.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49D6BCAB-A693-4A2D-B85C-36020B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Visibilidad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5593D80-DFDE-4F19-B96F-C30CEE03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Consulta métricas globales y por mozo.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1DA3F19-064F-4B2F-A0D8-842773A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9882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B0CCBCF-CABB-45E6-9BB5-8B93B5EF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4600312E-42C3-442C-B9EF-5066365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Distribución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9723459-8E7D-4322-A5B4-AFEC7EB3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Asigna o reasigna mesas y mueve las que están libres.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73171729-D5E1-4112-B5D8-D7D90FD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Atención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D138559-98CD-4976-B0FF-92A5AEA2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Ve clientes y la última mesa atendida por cada mozo.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ACBC8DC2-5C15-4D87-A975-E5ABE979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E9C9D30-7D25-4D54-BB5D-34517EFC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Consulta ocupación, pedidos y esperas de la sesión.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EEBEB41D-9D61-4156-B855-67B37E8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2555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C1776EE-F8F7-4CB8-9B21-70D249C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Mozo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188032B3-986C-4C21-A50E-540C97B1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Sus mesas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9E543C1-422C-4CDE-8976-867B5B1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Selecciona una mesa asignada para abrir la atención.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D0C51278-8850-48BD-B2F7-0E1F45E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1EA0760-085A-46EB-9674-67E7D651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Ingresa la cantidad por voz o teclado y la confirma.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2967C9D5-B17C-401D-A11B-F26399D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Pedidos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5287777-E717-4C3B-8C65-59D2D0E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Carga productos, confirma y marca la entrega.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E460795E-AA9B-42D1-AE2E-6EA765D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4298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F36BADD-839E-421B-9610-A189CB77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Mesas que se pueden mover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5BCF6FF6-5234-4B6E-BD30-E7B23612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Edición explícita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150CFD9-18AE-4468-9F21-591579CD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Mover activa un preview con pasos de 0,5 m.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982D85D2-259F-4C5F-98F4-54EE4D21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Espacio válido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23CAB65-1D71-4FAD-BB59-44F430B5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Mantiene separación y límites del terreno.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37FEB0D6-1E63-4811-9DAA-2189EB0C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Confirmación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CC0941B-EFEA-4F96-89EB-040A59E7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Guardar conserva la posición. Cancelar la revierte.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AF5E8068-3838-495D-AA96-C916E30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1654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26EE408-9CA0-45F7-BD19-9854F37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Atención desde una mesa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C77BA447-1332-481E-BD94-6A9E883E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01  Ingreso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CAEB27F-DBC1-42EB-B65F-918B710A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Clic en mesa libre, cantidad y confirmación de clientes.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DDFB1E6A-7062-4E4D-BF78-028B2C2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02  Pedido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D71494B-18FC-4D46-ACF5-F490B0AF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Catálogo, cantidades y observaciones antes de confirmar.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D2D0FC18-1F20-44BC-890A-F9962AA0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03  Cierre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655BE36-A742-4752-A6DA-04467BC9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Entregar pedidos y finalizar la visita con confirmación.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7C9158EB-2E72-4F0C-B0B6-96A8ABAC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3949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EAA6A46-81A1-43EF-B052-D2DCBE0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Clientes y mozos en la escena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700AC4FC-E887-41C3-BA3C-34B6ABB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F4E83DD-1941-49CD-8E81-ADD0947C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Una esfera pequeña por persona, alrededor de la mesa.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07B84F1A-BFFE-4D9B-9D71-061E4FD4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Mozos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4375967-1AB5-4CB2-9EC7-9FBEAFBA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Un cubo pequeño por mozo, junto a su mesa de atención.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BE38A1A8-E15E-420B-A8C3-5FF0C17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Supervisión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0FEB64AA-070F-474A-B604-6FFCAB38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Nombre, mesas asignadas y última atención simulada.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635BAF16-3C89-49D7-A862-964DDD1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1043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14BF52C-B3AC-47B4-AA04-2CBF042F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Métricas de la sesión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F57D4871-E205-4F9D-BA17-51DE90A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Estado actual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FAF41ED-725B-4371-94E0-C283E420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Ocupación, clientes presentes y mesas asignadas.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A9D186BE-72EF-4FEA-8F52-A511EF6E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1269AED-69C0-4B38-B126-FF551FF7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Pedidos confirmados y consumo registrado en ARS.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15C5A1DF-5094-400F-98F5-8C82D8B2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Espera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923878D-B4C9-4370-935C-D5BBA896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Tiempo al primer pedido y mesas pendientes de pedido.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E843C6D3-4876-4449-8518-33157A5C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53327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B304513-BC97-460B-8F4A-061E9F04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B32"/>
                </a:solidFill>
                <a:latin typeface="Arial"/>
                <a:ea typeface="Arial"/>
                <a:cs typeface="Arial"/>
              </a:rPr>
              <a:t>Issues para implementar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0D1973EE-DC26-48C9-9FB0-C945A479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P01 a P04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591C94E-3F9B-4641-B5A3-B2FB5BE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Dominio, roles, movimiento y asignación de mesas.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B81037B1-8B0D-437A-9581-E478A36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P05 a P08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2F53C71-CE6B-4CA8-B39A-48CEDAD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Clientes, dictado, pedidos y avatares de atención.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70702C75-F6B0-4C4B-B41E-1966BC6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7C6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7C61"/>
                </a:solidFill>
                <a:latin typeface="Arial"/>
                <a:ea typeface="Arial"/>
                <a:cs typeface="Arial"/>
              </a:rPr>
              <a:t>P09 a P11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2521A5E-D2C3-41DD-AA57-06075433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32"/>
                </a:solidFill>
                <a:latin typeface="Arial"/>
                <a:ea typeface="Arial"/>
                <a:cs typeface="Arial"/>
              </a:rPr>
              <a:t>Cierre, métricas y verificación del recorrido completo.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4D241DA3-5966-4205-B368-2E4FCD5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9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9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0963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FA5B534-8940-4FA3-97CF-BC9BE02B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9"/>
                </a:solidFill>
                <a:latin typeface="Arial"/>
                <a:ea typeface="Arial"/>
                <a:cs typeface="Arial"/>
              </a:rPr>
              <a:t>Alcance de esta etapa</a:t>
            </a:r>
          </a:p>
        </p:txBody>
      </p:sp>
      <p:sp>
        <p:nvSpPr>
          <p:cNvPr id="2" name="label-0">
            <a:extLst xmlns:a="http://schemas.openxmlformats.org/drawingml/2006/main">
              <a:ext uri="{FF2B5EF4-FFF2-40B4-BE49-F238E27FC236}">
                <a16:creationId xmlns:a16="http://schemas.microsoft.com/office/drawing/2014/main" id="{A6F70B86-F833-4992-82FC-62250A32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9D7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9D7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D7C5"/>
                </a:solidFill>
                <a:latin typeface="Arial"/>
                <a:ea typeface="Arial"/>
                <a:cs typeface="Arial"/>
              </a:rPr>
              <a:t>Demo compartida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1107D1F-5E4E-46B2-B2DD-90D19518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Cambiar de rol conserva datos confirmados en la sesión.</a:t>
            </a:r>
          </a:p>
        </p:txBody>
      </p:sp>
      <p:sp>
        <p:nvSpPr>
          <p:cNvPr id="4" name="label-1">
            <a:extLst xmlns:a="http://schemas.openxmlformats.org/drawingml/2006/main">
              <a:ext uri="{FF2B5EF4-FFF2-40B4-BE49-F238E27FC236}">
                <a16:creationId xmlns:a16="http://schemas.microsoft.com/office/drawing/2014/main" id="{6C46A145-C392-4DFB-B450-1C4590B5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9D7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9D7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D7C5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3080363-A5B0-4A61-91DA-CD70F8E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90875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Mouse, teclado, dictado y alternativas sin voz ni WebGL.</a:t>
            </a:r>
          </a:p>
        </p:txBody>
      </p:sp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8954153C-F9FC-47A8-BCAE-5DAE4045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9D7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9D7C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D7C5"/>
                </a:solidFill>
                <a:latin typeface="Arial"/>
                <a:ea typeface="Arial"/>
                <a:cs typeface="Arial"/>
              </a:rPr>
              <a:t>Etapa posterior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22FBAF2-4B8E-42E8-8B71-97E33C5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9"/>
                </a:solidFill>
                <a:latin typeface="Arial"/>
                <a:ea typeface="Arial"/>
                <a:cs typeface="Arial"/>
              </a:rPr>
              <a:t>Backend, permisos reales, cocina y pagos.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BE5DD302-AECB-4807-9222-8E4163D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D7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D7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D7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9646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2026-10-13T04:25:54.7510000Z</dcterms:created>
  <dcterms:modified xsi:type="dcterms:W3CDTF">2026-10-13T04:25:54.7510000Z</dcterms:modified>
</coreProperties>
</file>